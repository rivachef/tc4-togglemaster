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de título. Apresente-se, os membros da equipe e os RMs.</a:t>
            </a:r>
          </a:p>
          <a:p>
            <a:r>
              <a:t>Projeto: ToggleMaster - plataforma de feature flags.</a:t>
            </a:r>
          </a:p>
          <a:p>
            <a:r>
              <a:t>Foco da Fase 4: adicionar observabilidade completa e auto-recuperação à infraestrutura CI/CD + GitOps existente.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 a agenda rapidamente (~1 min).</a:t>
            </a:r>
          </a:p>
          <a:p>
            <a:r>
              <a:t>Vídeo total: até 25 minutos.</a:t>
            </a:r>
          </a:p>
          <a:p>
            <a:r>
              <a:t>A demo de Auto-Recuperação é o destaque - guarde energia para 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AÇÃO NA DEMO: Mostre a interface do ArgoCD - todos os 7 apps com status Healthy e Synced.</a:t>
            </a:r>
          </a:p>
          <a:p>
            <a:r>
              <a:t>Mostre kubectl get nodes (3 nós).</a:t>
            </a:r>
          </a:p>
          <a:p>
            <a:r>
              <a:t>Mencione: 2 réplicas por serviço = 10 pods no total.</a:t>
            </a:r>
          </a:p>
          <a:p>
            <a:r>
              <a:t>Destaque: Go (auth + evaluation) vs Python (flag + targeting + analytics) - nomes de métricas OTel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AÇÃO NA DEMO: Execute kubectl get pods -n monitoring (mostre todos os 16 pods em execução).</a:t>
            </a:r>
          </a:p>
          <a:p>
            <a:r>
              <a:t>Explique cada componente brevemente.</a:t>
            </a:r>
          </a:p>
          <a:p>
            <a:r>
              <a:t>Ponto principal: todos instalados via Helm, gerenciados como código no repositório GitOps.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AÇÃO NA DEMO: Mostre o arquivo values.yaml do OTel Collector no repositório.</a:t>
            </a:r>
          </a:p>
          <a:p>
            <a:r>
              <a:t>Destaque os 3 pipelines: traces, metrics, logs.</a:t>
            </a:r>
          </a:p>
          <a:p>
            <a:r>
              <a:t>Insight principal: os apps conhecem apenas o endpoint OTel, NÃO o Prometheus/Loki/New Relic.</a:t>
            </a:r>
          </a:p>
          <a:p>
            <a:r>
              <a:t>Mencione: otlphttp/newrelic (migrado de gRPC para maior confiabilidade).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AÇÃO NA DEMO: Abra a URL do Grafana no navegador.</a:t>
            </a:r>
          </a:p>
          <a:p>
            <a:r>
              <a:t>Mostre cada painel um a um.</a:t>
            </a:r>
          </a:p>
          <a:p>
            <a:r>
              <a:t>Pesquise logs no painel do Loki (digite o nome de um serviço).</a:t>
            </a:r>
          </a:p>
          <a:p>
            <a:r>
              <a:t>Ponto principal: Go e Python emitem nomes de métricas DIFERENTES - o dashboard lida com ambos.</a:t>
            </a:r>
          </a:p>
          <a:p>
            <a:r>
              <a:t>Mencione: o UID do datasource do Loki é resolvido dinamicamente pelo install-monitoring.sh.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AÇÃO NA DEMO: Abra o New Relic no navegador.</a:t>
            </a:r>
          </a:p>
          <a:p>
            <a:r>
              <a:t>1. Vá para APM &amp; Services - mostre os 5 serviços listados</a:t>
            </a:r>
          </a:p>
          <a:p>
            <a:r>
              <a:t>2. Clique em evaluation-service</a:t>
            </a:r>
          </a:p>
          <a:p>
            <a:r>
              <a:t>3. Clique em Service Map na barra lateral esquerda - mostre o gráfico de dependências</a:t>
            </a:r>
          </a:p>
          <a:p>
            <a:r>
              <a:t>4. Vá para Distributed Tracing - escolha um rastreamento</a:t>
            </a:r>
          </a:p>
          <a:p>
            <a:r>
              <a:t>5. Mostre a visão em cascata com o tempo por serviço</a:t>
            </a:r>
          </a:p>
          <a:p>
            <a:r>
              <a:t>Ponto principal: sem agente instalado - tudo via OTel Collector + OTLP.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AÇÃO NA DEMO:</a:t>
            </a:r>
          </a:p>
          <a:p>
            <a:r>
              <a:t>1. Mostre a interface do Prometheus &gt; página de Alertas (mostre as regras)</a:t>
            </a:r>
          </a:p>
          <a:p>
            <a:r>
              <a:t>2. Mostre o canal Discord com as notificações de alertas anteriores</a:t>
            </a:r>
          </a:p>
          <a:p>
            <a:r>
              <a:t>3. Explique brevemente o roteamento: crítico vai para o PagerDuty (acorda a equipe) + Discord.</a:t>
            </a:r>
          </a:p>
          <a:p>
            <a:r>
              <a:t>4. Mencione: Watchdog silenciado (é um heartbeat, não requer ação)</a:t>
            </a:r>
          </a:p>
          <a:p>
            <a:r>
              <a:t>5. Mencione: KubeControllerManagerDown silenciado (esperado no EKS gerenciado - sem acesso ao control plane)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É O SLIDE MAIS IMPORTANTE - FAÇA AO VIVO!</a:t>
            </a:r>
          </a:p>
          <a:p/>
          <a:p>
            <a:r>
              <a:t>Tenha o terminal pronto. Passos:</a:t>
            </a:r>
          </a:p>
          <a:p/>
          <a:p>
            <a:r>
              <a:t>1. kubectl get pods -n togglemaster -l app=auth-service   (mostre 2 pods em execução)</a:t>
            </a:r>
          </a:p>
          <a:p>
            <a:r>
              <a:t>2. kubectl scale deployment/auth-service -n togglemaster --replicas=0   (derrube)</a:t>
            </a:r>
          </a:p>
          <a:p>
            <a:r>
              <a:t>3. kubectl get pods -n togglemaster -l app=auth-service   (mostre 0 pods)</a:t>
            </a:r>
          </a:p>
          <a:p>
            <a:r>
              <a:t>4. gh workflow run 'Self-Healing' -f service=auth-service -f alert=PodNotReady</a:t>
            </a:r>
          </a:p>
          <a:p>
            <a:r>
              <a:t>5. gh run watch &lt;run-id&gt;   (mostre todos os passos ficando verdes)</a:t>
            </a:r>
          </a:p>
          <a:p>
            <a:r>
              <a:t>6. kubectl get pods -n togglemaster -l app=auth-service   (mostre 2 pods de volta!)</a:t>
            </a:r>
          </a:p>
          <a:p>
            <a:r>
              <a:t>7. Mostre o Discord: notificação de SUCESSO da Auto-Recuperação</a:t>
            </a:r>
          </a:p>
          <a:p/>
          <a:p>
            <a:r>
              <a:t>Alternativa se o gh CLI não estiver disponível:</a:t>
            </a:r>
          </a:p>
          <a:p>
            <a:r>
              <a:t>Vá para GitHub &gt; Actions &gt; Self-Healing &gt; Run workflow &gt; selecione auth-service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breve (~1 min). Explique o raciocínio:</a:t>
            </a:r>
          </a:p>
          <a:p>
            <a:r>
              <a:t>- New Relic: o plano gratuito é generoso, OTLP significa sem dependência de fornecedor</a:t>
            </a:r>
          </a:p>
          <a:p>
            <a:r>
              <a:t>- PagerDuty: a Events API v2 é direta, o plano gratuito tem recursos suficientes</a:t>
            </a:r>
          </a:p>
          <a:p>
            <a:r>
              <a:t>- OTel: o objetivo é a padronização - amanhã poderíamos migrar para o Datadog mudando apenas 1 configuração de exportador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rápido. Enfatize a defesa em profundidade:</a:t>
            </a:r>
          </a:p>
          <a:p>
            <a:r>
              <a:t>- HPA escala automaticamente sob carga</a:t>
            </a:r>
          </a:p>
          <a:p>
            <a:r>
              <a:t>- PDB previne interrupções durante manutenção de nós</a:t>
            </a:r>
          </a:p>
          <a:p>
            <a:r>
              <a:t>- Probes detectam pods não saudáveis e os reiniciam</a:t>
            </a:r>
          </a:p>
          <a:p>
            <a:r>
              <a:t>- 2 réplicas = zero downtime durante atualizações incrementais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a estrutura do repositório brevemente no GitHub.</a:t>
            </a:r>
          </a:p>
          <a:p>
            <a:r>
              <a:t>Mencione: qualquer pessoa pode fazer um fork, mudar a conta AWS + usuário GitHub e reproduzir todo o ambiente.</a:t>
            </a:r>
          </a:p>
          <a:p>
            <a:r>
              <a:t>O destroy-all.sh foi testado em batalha e corrigido para compatibilidade com macOS (bug grep -P).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Encerre. Recapitule as 4 conquistas principais.</a:t>
            </a:r>
          </a:p>
          <a:p>
            <a:r>
              <a:t>Mencione o tempo total gasto se relevante.</a:t>
            </a:r>
          </a:p>
          <a:p>
            <a:r>
              <a:t>Abra para perguntas.</a:t>
            </a:r>
          </a:p>
          <a:p>
            <a:r>
              <a:t>Agradeça os professores.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ToggleMaster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4: Observabilidade &amp; Auto-Recuperação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 |  FIAP Pos Tech  |  DevOps &amp; Arquitetura de Software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2B4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Arquitetura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+ ArgoCD + 5 microsserviços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1280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922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922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 Monitoramento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7922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Loki, Grafana, OTel Collector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17922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3042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04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304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customizado de saúde do ecossistema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23042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8163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&amp; Rastreamento Distribuído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Relic: Mapa de Serviços + Rastreamentos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28163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32841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3284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Alertas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33284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Discord + regras de roteamento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332841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840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Auto-Recuperação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de falhas + auto-remediação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35254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43525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Justificativas Técnicas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0" y="43525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New Relic, PagerDuty, OTel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0" y="435254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Visão Geral da Arquitetura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Cluster EKS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3 nós (t3.medium) em 2 Zonas de Disponibilidade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Terraform IaC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VPC, EKS, RDS, ElastiCache, SQS, ECR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ArgoCD GitOps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Auto-sincronização com auto-recuperação e prune ativados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Microsserviços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1965960"/>
            <a:ext cx="73152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578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auth-service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1965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1965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404872"/>
            <a:ext cx="73152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57800" y="2404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flag-service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24048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0" y="24048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843784"/>
            <a:ext cx="73152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57800" y="28437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targeting-service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284378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28437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3282696"/>
            <a:ext cx="73152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57800" y="3282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evaluation-service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32826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0" y="32826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3721608"/>
            <a:ext cx="73152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57800" y="3721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analytics-service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3721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0" y="37216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de Monitoramento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280160"/>
            <a:ext cx="237744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de séries temporais para métricas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memória, taxas HTTP, histogramas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383280" y="1280160"/>
            <a:ext cx="23774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6616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agregação de logs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todos os logs dos contêineres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3774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Promtail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Coletor de logs (DaemonSet)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logs em cada nó e envia para o Loki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31520" y="3108960"/>
            <a:ext cx="23774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e dashboards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único: métricas + logs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10896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383280" y="3108960"/>
            <a:ext cx="237744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56616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66160" y="3657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 central de telemetria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Recebe, processa e exporta todos os dados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implantados via Helm charts no namespace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OTel Collector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Roteador Central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011680" cy="2194560"/>
          </a:xfrm>
          <a:prstGeom prst="rect">
            <a:avLst/>
          </a:prstGeom>
          <a:solidFill>
            <a:srgbClr val="252B4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64592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Microsserviços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OTLP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:4317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:4318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&gt;&gt;&gt;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2560320"/>
          </a:xfrm>
          <a:prstGeom prst="rect">
            <a:avLst/>
          </a:prstGeom>
          <a:solidFill>
            <a:srgbClr val="00D4A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91840" y="14630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Processadores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Exportadores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&gt;&gt;&gt;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75120" y="1463040"/>
            <a:ext cx="2011680" cy="685800"/>
          </a:xfrm>
          <a:prstGeom prst="rect">
            <a:avLst/>
          </a:prstGeom>
          <a:solidFill>
            <a:srgbClr val="252B4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1463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New Relic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Rastreamentos + Métricas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2377440"/>
            <a:ext cx="2011680" cy="685800"/>
          </a:xfrm>
          <a:prstGeom prst="rect">
            <a:avLst/>
          </a:prstGeom>
          <a:solidFill>
            <a:srgbClr val="252B4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75120" y="2377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Prometheus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Métricas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3291840"/>
            <a:ext cx="2011680" cy="685800"/>
          </a:xfrm>
          <a:prstGeom prst="rect">
            <a:avLst/>
          </a:prstGeom>
          <a:solidFill>
            <a:srgbClr val="252B4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7512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Loki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OTel? Independente de fornecedor. Troque backends sem alterar o código da aplicação.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Grafana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ToggleMaster - Saúde do Ecossistema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dos Nós 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por nó com label_replace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55448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8036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dos Nós 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por nó, IP sem porta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8036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9204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Requisições HTTP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serviço (métricas Go + Python)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55448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0372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Erros HTTP 5xx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serviço, códigos de status de erro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06324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HTTP P95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520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 no percentil 95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0" y="306324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88036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em Tempo Real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80360" y="3520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contêineres em tempo real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8036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9204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Logs de Erro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3520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por palavras-chave de erro/aviso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306324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90372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Ativos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3520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de pods por deployment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372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Go: http_server_request_duration_seconds  |  Python: http_server_duration_milliseconds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APM - New Relic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Distribuído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Acompanhe uma única requisição por todos os 5 serviços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Veja exatamente onde o tempo é gasto: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auth-service (12ms)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flag-service (8ms)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evaluation-service (45ms)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targeting-service (15ms)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Serviços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Gráfico visual de dependências de todos os microsserviços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Mostra: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Qual serviço chama qual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Latência em cada conexão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Taxas de erro por conexão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Status de saúde por serviço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New Relic: plano educacional gratuito, ingestão OTLP nativa, sem agente nos serviços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de Alertas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PrometheusRules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HighErrorRate5xx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HighErrorRate5xxAuth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PodCrashLooping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PodNotReady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HighCPUUsage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HighMemoryUsage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do Alertmanager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1828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CRÍTICO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PagerDuty + Discord + Auto-Recuperação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AVISO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Apenas Discord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SILENCIADO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Watchdog, KubeControllerManagerDown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Discord usa formato de webhook compatível com Slack (URL + sufixo /slack)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de Auto-Recuperação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Real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20240" cy="2011680"/>
          </a:xfrm>
          <a:prstGeom prst="rect">
            <a:avLst/>
          </a:prstGeom>
          <a:solidFill>
            <a:srgbClr val="252B4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55448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Injetar Falha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scale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--replicas=0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&gt;&gt;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1554480"/>
            <a:ext cx="1920240" cy="2011680"/>
          </a:xfrm>
          <a:prstGeom prst="rect">
            <a:avLst/>
          </a:prstGeom>
          <a:solidFill>
            <a:srgbClr val="252B48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651760" y="155448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5176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5176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Disparado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514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PodNotReady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 pelo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&gt;&gt;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554480"/>
            <a:ext cx="1920240" cy="2011680"/>
          </a:xfrm>
          <a:prstGeom prst="rect">
            <a:avLst/>
          </a:prstGeom>
          <a:solidFill>
            <a:srgbClr val="252B48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846320" y="1554480"/>
            <a:ext cx="192024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4632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Auto-Recuperação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514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restart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&gt;&gt;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40880" y="1554480"/>
            <a:ext cx="1920240" cy="2011680"/>
          </a:xfrm>
          <a:prstGeom prst="rect">
            <a:avLst/>
          </a:prstGeom>
          <a:solidFill>
            <a:srgbClr val="252B48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040880" y="155448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04088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04088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Recuperado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2514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restaurados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notificado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resolvido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disponíveis: HPA (2-5 réplicas) | PDB (minAvailable: 1) | Probes de Liveness + Readiness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AO VIVO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Justificativas Técnicas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280160"/>
            <a:ext cx="246888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Relic vs Datadog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Plano educacional gratuito (100GB/mês)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Ingestão OTLP nativa (sem agente proprietário)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Mapa de Serviços construído a partir dos rastreamentos OTel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474720" y="128016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vs OpsGenie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0116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API de Eventos v2 mais simples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Melhor plano gratuito para estudantes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Integração direta com o Alertmanager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46888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vs Exportação Direta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Padrão independente de fornecedor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Ponto único de configuração para todos os backends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Trocar New Relic por Datadog = 1 linha de código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Recursos de Resiliência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réplicas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CPU: 70%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37160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10312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10312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minAvailable: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contra drenagem de nós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137160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4048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8404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de Saúde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+ Readiness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todos os serviços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37160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57784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57784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 por Serviço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todos os 5 serviços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137160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73152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EKS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 zonas de disponibilidade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tolerância a falhas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Repositório &amp; Reprodutibilidade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37160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Repositório Totalmente Reprodutível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Sistema de Placeholders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Os manifestos usam os placeholders &lt;AWS_ACCOUNT_ID&gt; e &lt;GITHUB_USER&gt;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 setup-full.sh os substitui, faz commit e push automaticamente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Deploy em Um Comando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 +  ./scripts/setup-full.sh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Provisiona infraestrutura, constrói imagens, implanta apps e instala monitoramento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Remoção Limpa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./scripts/destroy-all.sh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Destrói todos os recursos, restaura os placeholders e faz commit no repositório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 Total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+ Logs + Rastreamentos em todos os 5 serviços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Automatizados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560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(crítico) + Discord (todos) com roteamento inteligente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108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Auto-Recuperação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429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falhas + auto-remediação via GitHub Actions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548640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3977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Reprodutível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como código, copiável, deploy em um comando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ToggleMaster Phase 4 - Observability &amp; Self-Healing</dc:title>
  <dc:subject>PptxGenJS Presentation</dc:subject>
  <dc:creator>Cesao - ToggleMaster Team</dc:creator>
  <cp:lastModifiedBy>Cesao - ToggleMaster Team</cp:lastModifiedBy>
  <cp:revision>1</cp:revision>
  <dcterms:created xsi:type="dcterms:W3CDTF">2026-03-28T17:11:02Z</dcterms:created>
  <dcterms:modified xsi:type="dcterms:W3CDTF">2026-03-28T17:11:02Z</dcterms:modified>
</cp:coreProperties>
</file>