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Introduce yourself, team members, RMs.
Project: ToggleMaster - feature flag platform.
Phase 4 focus: adding full observability and self-healing to the existing CI/CD + GitOps 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quickly (~1 min).
Total video: up to 25 minutes.
The Self-Healing demo is the highlight - save energy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ACTION: Show ArgoCD UI - all 7 apps Healthy and Synced.
Show kubectl get nodes (3 nodes).
Mention: 2 replicas per service = 10 pods total.
Highlight: Go (auth + evaluation) vs Python (flag + targeting + analytics) - different OTel metric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ACTION: Run kubectl get pods -n monitoring (show all 16 pods running).
Explain each component briefly.
Key point: all installed via Helm, managed as code in the GitOps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ACTION: Show OTel Collector values.yaml in the repo.
Highlight the 3 pipelines: traces, metrics, logs.
Key insight: apps only know about OTel endpoint, NOT about Prometheus/Loki/New Relic.
Mention: otlphttp/newrelic (switched from gRPC for reliability).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ACTION: Open Grafana URL in browser.
Show each panel one by one.
Search logs in the Loki panel (type a service name).
Key point: Go and Python emit DIFFERENT metric names - dashboard handles both.
Mention: Loki datasource UID is resolved dynamically by install-monitoring.sh.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ACTION: Open New Relic in browser.
1. Go to APM &amp; Services - show all 5 services listed
2. Click evaluation-service
3. Click Service Map in left sidebar - show the dependency graph
4. Go to Distributed Tracing - pick a trace
5. Show the waterfall view with timing per service
Key point: no agent installed - all via OTel Collector + OTLP.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ACTION:
1. Show Prometheus UI &gt; Alerts page (show rules)
2. Show Discord channel with past alert notifications
3. Briefly explain routing: critical goes to PagerDuty (wake up the team) + Discord.
4. Mention: Watchdog silenced (it's a heartbeat, not actionable)
5. Mention: KubeControllerManagerDown silenced (expected in managed EKS - no access to control plane)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 - DO THIS LIVE!
Have terminal ready. Steps:
1. kubectl get pods -n togglemaster -l app=auth-service   (show 2 pods running)
2. kubectl scale deployment/auth-service -n togglemaster --replicas=0   (kill it)
3. kubectl get pods -n togglemaster -l app=auth-service   (show 0 pods)
4. gh workflow run 'Self-Healing' -f service=auth-service -f alert=PodNotReady
5. gh run watch &lt;run-id&gt;   (show all steps going green)
6. kubectl get pods -n togglemaster -l app=auth-service   (show 2 pods back!)
7. Show Discord: Self-Healing SUCCESS notification
Alternative if gh CLI not available:
Go to GitHub &gt; Actions &gt; Self-Healing &gt; Run workflow &gt; select auth-service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slide (~1 min). Explain the reasoning:
- New Relic: free tier is generous, OTLP means no vendor lock-in
- PagerDuty: Events API v2 is straightforward, free tier has enough features
- OTel: the whole point is standardization - tomorrow we could switch to Datadog by changing 1 exporter config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slide. Emphasize defense in depth:
- HPA scales automatically under load
- PDB prevents disruptions during node maintenance
- Probes detect unhealthy pods and restart them
- 2 replicas = zero downtime during rolling updates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repo structure briefly in GitHub.
Mention: anyone can fork, change their AWS account + GitHub user, and reproduce the entire environment.
destroy-all.sh was battle-tested and fixed for macOS compatibility (grep -P bug).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up. Recap the 4 key achievements.
Mention total time taken if relevant.
Open for questions.
Thank the professors.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ToggleMaster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Observability &amp; Self-Healing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Challenge  |  FIAP Pos Tech  |  DevOps &amp; Software Architecture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754880"/>
            <a:ext cx="18288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+ ArgoCD + 5 microservices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0" y="12801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792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792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Stack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17922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Prometheus, Loki, Grafana, OTel Collector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179222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min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23042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304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04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ecosystem health dashboard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0" y="230428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28163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28163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APM &amp; Distributed Tracing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0" y="28163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Relic: Service Map + Traces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0" y="281635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332841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332841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Pipeline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0" y="332841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+ Discord + routing rules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0" y="3328416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min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3840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71600" y="3840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 Demo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0" y="3840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injection + auto-remediation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3840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35254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371600" y="435254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Justifications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72000" y="435254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New Relic, PagerDuty, OTel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0" y="435254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min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Overview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36576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EKS Cluster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3 nodes (t3.medium) across 2 AZs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Terraform IaC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VPC, EKS, RDS, ElastiCache, SQS, ECR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ArgoCD GitOps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Auto-sync with self-heal, prune enabled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6576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280160"/>
            <a:ext cx="36576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Microservices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0" y="1965960"/>
            <a:ext cx="73152" cy="320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525780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auth-service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0" y="19659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0" y="19659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:8001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0" y="2404872"/>
            <a:ext cx="73152" cy="320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24048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flag-service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0" y="2404872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80960" y="240487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:8002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2843784"/>
            <a:ext cx="73152" cy="320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28437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targeting-service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32320" y="2843784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80960" y="2843784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3282696"/>
            <a:ext cx="73152" cy="320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5257800" y="328269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evaluation-service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0" y="328269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80960" y="3282696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:8004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0" y="3721608"/>
            <a:ext cx="73152" cy="320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5257800" y="37216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analytics-service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0" y="372160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80960" y="372160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:8005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Monitoring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3774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23774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DB for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CPU, memory, HTTP rates, histograms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280160"/>
            <a:ext cx="23774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383280" y="1280160"/>
            <a:ext cx="23774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18288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aggregation system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Centralizes all container logs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3774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35040" y="1280160"/>
            <a:ext cx="23774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Promtail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17920" y="18288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collector (DaemonSet)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Tails logs on each node, ships to Loki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108960"/>
            <a:ext cx="23774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3108960"/>
            <a:ext cx="23774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291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&amp; dashboards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pane: metrics + logs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3108960"/>
            <a:ext cx="23774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83280" y="3108960"/>
            <a:ext cx="237744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160" y="3291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566160" y="365760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telemetry router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Receives, processes, exports all data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deployed via Helm charts in the monitoring namespace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OTel Collector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Router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011680" cy="219456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45920"/>
            <a:ext cx="2011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Microservices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Protocol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:4317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:4318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56032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D4AA"/>
                </a:solidFill>
              </a:rPr>
              <a:t>&gt;&gt;&gt;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60320" cy="2560320"/>
          </a:xfrm>
          <a:prstGeom prst="rect">
            <a:avLst/>
          </a:prstGeom>
          <a:solidFill>
            <a:srgbClr val="00D4AA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D4AA"/>
                </a:solidFill>
              </a:rPr>
              <a:t>&gt;&gt;&gt;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675120" y="1463040"/>
            <a:ext cx="2011680" cy="68580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4630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New Relic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Traces + Metrics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675120" y="2377440"/>
            <a:ext cx="2011680" cy="68580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23774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Prometheus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Metrics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675120" y="3291840"/>
            <a:ext cx="2011680" cy="68580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0" y="3291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Loki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Logs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OTel? Vendor-neutral. Swap backends without touching application code.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Grafana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ToggleMaster - Ecosystem Health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CPU %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gauge with label_replace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0" y="155448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8036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Memory 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8036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Per-node gauge, IP without port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80360" y="2468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155448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9204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Rate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 (Go + Python metrics)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92040" y="2468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66560" y="155448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6459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Error Rate 5xx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03720" y="20116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service, error status codes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03720" y="24688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306324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Latency P95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3520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95th percentile response time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0" y="306324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88036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Logs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880360" y="3520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container logs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88036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306324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89204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Logs Only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3520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by error/warn keywords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66560" y="3063240"/>
            <a:ext cx="18288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903720" y="3154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Pods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03720" y="3520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count per deployment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03720" y="397764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Go: http_server_request_duration_seconds  |  Python: http_server_duration_milliseconds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APM - New Relic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36576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Tracing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Follow a single request across all 5 services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See exactly where time is spent: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auth-service (12ms)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flag-service (8ms)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evaluation-service (45ms)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targeting-service (15ms)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6576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280160"/>
            <a:ext cx="36576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463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Map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Visual dependency graph of all microservices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Shows: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Which service calls which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Latency on each edge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Error rates per connection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Health status per service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New Relic: free education tier, native OTLP ingest, no agent required in services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Alerting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PrometheusRules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HighErrorRate5xx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1752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HighErrorRate5xxAuth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017520" y="21488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PodCrashLooping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17520" y="24688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PodNotReady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17520" y="2788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HighCPUUsage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17520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429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HighMemoryUsage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017520" y="3429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188720"/>
            <a:ext cx="36576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188720"/>
            <a:ext cx="36576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Routing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029200" y="1828800"/>
            <a:ext cx="3200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</a:rPr>
              <a:t>CRITICAL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  PagerDuty + Discord + Self-Healing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WARNING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  Discord only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</a:rPr>
              <a:t>SILENCED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  Watchdog, KubeControllerManagerDown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uses Slack-compatible webhook format (URL + /slack suffix)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Self-Healing Demo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Test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920240" cy="201168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19202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Fault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scale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--replicas=0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D4AA"/>
                </a:solidFill>
              </a:rPr>
              <a:t>&gt;&gt;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51760" y="1554480"/>
            <a:ext cx="1920240" cy="201168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12" name="Shape 10"/>
          <p:cNvSpPr/>
          <p:nvPr/>
        </p:nvSpPr>
        <p:spPr>
          <a:xfrm>
            <a:off x="2651760" y="1554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65176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Fires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651760" y="2514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PodNotReady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by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D4AA"/>
                </a:solidFill>
              </a:rPr>
              <a:t>&gt;&gt;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46320" y="1554480"/>
            <a:ext cx="1920240" cy="201168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18" name="Shape 16"/>
          <p:cNvSpPr/>
          <p:nvPr/>
        </p:nvSpPr>
        <p:spPr>
          <a:xfrm>
            <a:off x="4846320" y="1554480"/>
            <a:ext cx="192024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84632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2514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restart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D4AA"/>
                </a:solidFill>
              </a:rPr>
              <a:t>&gt;&gt;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040880" y="1554480"/>
            <a:ext cx="1920240" cy="2011680"/>
          </a:xfrm>
          <a:prstGeom prst="rect">
            <a:avLst/>
          </a:prstGeom>
          <a:solidFill>
            <a:srgbClr val="252B48"/>
          </a:solidFill>
          <a:ln/>
        </p:spPr>
      </p:sp>
      <p:sp>
        <p:nvSpPr>
          <p:cNvPr id="24" name="Shape 22"/>
          <p:cNvSpPr/>
          <p:nvPr/>
        </p:nvSpPr>
        <p:spPr>
          <a:xfrm>
            <a:off x="7040880" y="1554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7040880" y="1691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040880" y="21488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40880" y="25146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 back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notified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resolved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place: HPA (2-5 replicas) | PDB (minAvailable: 1) | Liveness + Readiness probes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4389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 DEMO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Technical Justifications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246888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63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Relic over Datadog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Free education tier (100GB/month)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Native OTLP ingest (no proprietary agent)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Service Map built from OTel traces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246888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463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over OpsGenie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20116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Simpler Events API v2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Better free tier for students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Direct Alertmanager integration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280160"/>
            <a:ext cx="246888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463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Collector over Direct Export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0116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Vendor-neutral standard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Single config point for all backends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</a:rPr>
              <a:t>Swap New Relic for Datadog = 1 line change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Resilience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6576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2-5 replicas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target: 70%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03120" y="1371600"/>
            <a:ext cx="1554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10312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PDBs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0312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minAvailable: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against drain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0" y="1371600"/>
            <a:ext cx="1554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4048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384048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Probes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+ Readiness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all services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77840" y="1371600"/>
            <a:ext cx="1554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7784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57784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 Each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57784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5 services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1371600"/>
            <a:ext cx="15544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7315200" y="2286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Nodes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1520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2 AZs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fault tolerance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2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Repository &amp; Reproducibility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371600"/>
            <a:ext cx="6949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</a:rPr>
              <a:t>Fully Forkable Repository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</a:rPr>
              <a:t>Placeholder System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Manifests use &lt;AWS_ACCOUNT_ID&gt; and &lt;GITHUB_USER&gt; placeholders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setup-full.sh replaces them, commits, and pushes automatically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</a:rPr>
              <a:t>One-Command Deploy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  +  ./scripts/setup-full.sh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Provisions infra, builds images, deploys apps, installs monitoring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D4AA"/>
                </a:solidFill>
              </a:rPr>
              <a:t>Clean Teardown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./scripts/destroy-all.sh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Destroys all resources, restores placeholders, commits back to repo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4864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Observability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691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+ Logs + Traces across all 5 services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240280"/>
            <a:ext cx="54864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240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554480" y="2240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Alerting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2560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(critical) + Discord (all) with smart routing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108960"/>
            <a:ext cx="54864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108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554480" y="3108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3429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detection + auto-remediation via GitHub Actions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3977640"/>
            <a:ext cx="54864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77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A1F3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554480" y="3977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55448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as code, forkable, one-command deploy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ToggleMaster Phase 4 - Observability &amp; Self-Healing</dc:title>
  <dc:subject>PptxGenJS Presentation</dc:subject>
  <dc:creator>Cesao - ToggleMaster Team</dc:creator>
  <cp:lastModifiedBy>Cesao - ToggleMaster Team</cp:lastModifiedBy>
  <cp:revision>1</cp:revision>
  <dcterms:created xsi:type="dcterms:W3CDTF">2026-03-28T17:11:02Z</dcterms:created>
  <dcterms:modified xsi:type="dcterms:W3CDTF">2026-03-28T17:11:02Z</dcterms:modified>
</cp:coreProperties>
</file>